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1c7480ff14329" /><Relationship Type="http://schemas.openxmlformats.org/officeDocument/2006/relationships/extended-properties" Target="/docProps/app.xml" Id="R59d5da5081944a9c" /><Relationship Type="http://schemas.openxmlformats.org/officeDocument/2006/relationships/officeDocument" Target="/ppt/presentation.xml" Id="R70c48efd99fb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060468fbb94739"/>
  </p:sldMasterIdLst>
  <p:notesMasterIdLst>
    <p:notesMasterId xmlns:r="http://schemas.openxmlformats.org/officeDocument/2006/relationships" r:id="R6cef4a6ffa4e4660"/>
  </p:notesMasterIdLst>
  <p:sldIdLst>
    <p:sldId xmlns:r="http://schemas.openxmlformats.org/officeDocument/2006/relationships" id="256" r:id="R3636e5b73213409b"/>
    <p:sldId xmlns:r="http://schemas.openxmlformats.org/officeDocument/2006/relationships" id="257" r:id="R887a1a704704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1e621c38ce4c33" /><Relationship Type="http://schemas.openxmlformats.org/officeDocument/2006/relationships/slideMaster" Target="/ppt/slideMasters/slideMaster1.xml" Id="Rae060468fbb94739" /><Relationship Type="http://schemas.openxmlformats.org/officeDocument/2006/relationships/notesMaster" Target="/ppt/notesMasters/notesMaster1.xml" Id="R6cef4a6ffa4e4660" /><Relationship Type="http://schemas.openxmlformats.org/officeDocument/2006/relationships/presProps" Target="/ppt/presProps.xml" Id="R4a8bbb2981134fb3" /><Relationship Type="http://schemas.openxmlformats.org/officeDocument/2006/relationships/tableStyles" Target="/ppt/tableStyles.xml" Id="R62edef1ba25b42f4" /><Relationship Type="http://schemas.openxmlformats.org/officeDocument/2006/relationships/slide" Target="/ppt/slides/slide1.xml" Id="R3636e5b73213409b" /><Relationship Type="http://schemas.openxmlformats.org/officeDocument/2006/relationships/slide" Target="/ppt/slides/slide2.xml" Id="R887a1a704704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70dd2854514c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040610dae4497c" /><Relationship Type="http://schemas.openxmlformats.org/officeDocument/2006/relationships/notesMaster" Target="/ppt/notesMasters/notesMaster1.xml" Id="R9947132cfae542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db4cb2fa042a2" /><Relationship Type="http://schemas.openxmlformats.org/officeDocument/2006/relationships/notesMaster" Target="/ppt/notesMasters/notesMaster1.xml" Id="R7d9e53c3b22a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参考答案第1页。宽屏16:9；标题32pt，标签20pt，正文20pt，图注14pt。绿色表示图像预测主线，棕色表示训练支路。类别分数为logits，交叉熵直接接受logits。模型参数的更新只发生在训练阶段。图为方法关系示意，没有声称具体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参考答案第2页。数值由配套classification_predictions.csv计算：真实猫6条，其中5猫1狗；真实狗6条，其中1猫5狗；准确率10/12=83.3%。预测记录为人工构造的教学示例，不是模型实测。图片保持原始宽高比。图片来源：https://www.robots.ox.ac.uk/~vgg/data/pets/ 。自己的代码实践项目应替换为真实测试结果。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37ecc698f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4a6bba971140a6" /><Relationship Type="http://schemas.openxmlformats.org/officeDocument/2006/relationships/slideLayout" Target="/ppt/slideLayouts/slideLayout1.xml" Id="R97b90dde0edb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90dde0edb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be21f4b4541a6" /><Relationship Type="http://schemas.openxmlformats.org/officeDocument/2006/relationships/notesSlide" Target="/ppt/notesSlides/notesSlide1.xml" Id="R2e25dbb6671448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e92577ba403e" /><Relationship Type="http://schemas.openxmlformats.org/officeDocument/2006/relationships/image" Target="/ppt/media/image.jpeg" Id="R380b829918564b4a" /><Relationship Type="http://schemas.openxmlformats.org/officeDocument/2006/relationships/notesSlide" Target="/ppt/notesSlides/notesSlide2.xml" Id="R37a8084cd2774d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C839D-0BC7-43A0-890E-446B8EA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rPr>
              <a:t>猫狗识别的训练与预测流程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90D8D-76A3-4439-9ACC-E1707AE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526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52695C"/>
                </a:solidFill>
                <a:latin typeface="Microsoft YaHei"/>
                <a:ea typeface="Microsoft YaHei"/>
                <a:cs typeface="Microsoft YaHei"/>
              </a:rPr>
              <a:t>图像输入与类别预测</a:t>
            </a:r>
          </a:p>
        </p:txBody>
      </p:sp>
      <p:sp>
        <p:nvSpPr>
          <p:cNvPr id="3" name="RGB 图像">
            <a:extLst xmlns:a="http://schemas.openxmlformats.org/drawingml/2006/main">
              <a:ext uri="{FF2B5EF4-FFF2-40B4-BE49-F238E27FC236}">
                <a16:creationId xmlns:a16="http://schemas.microsoft.com/office/drawing/2014/main" id="{1FDA59DC-663E-44B1-9109-F0B2E817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RGB 图像</a:t>
            </a:r>
          </a:p>
        </p:txBody>
      </p:sp>
      <p:sp>
        <p:nvSpPr>
          <p:cNvPr id="4" name="缩放与归一化">
            <a:extLst xmlns:a="http://schemas.openxmlformats.org/drawingml/2006/main">
              <a:ext uri="{FF2B5EF4-FFF2-40B4-BE49-F238E27FC236}">
                <a16:creationId xmlns:a16="http://schemas.microsoft.com/office/drawing/2014/main" id="{FE60E4C3-BAB0-4CC9-B3E6-63C07D60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43125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缩放与归一化</a:t>
            </a:r>
          </a:p>
        </p:txBody>
      </p:sp>
      <p:sp>
        <p:nvSpPr>
          <p:cNvPr id="5" name="分类网络">
            <a:extLst xmlns:a="http://schemas.openxmlformats.org/drawingml/2006/main">
              <a:ext uri="{FF2B5EF4-FFF2-40B4-BE49-F238E27FC236}">
                <a16:creationId xmlns:a16="http://schemas.microsoft.com/office/drawing/2014/main" id="{3A498761-0BC2-42A4-BF1B-13A3C16D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分类网络</a:t>
            </a:r>
          </a:p>
        </p:txBody>
      </p:sp>
      <p:sp>
        <p:nvSpPr>
          <p:cNvPr id="6" name="猫 / 狗分数">
            <a:extLst xmlns:a="http://schemas.openxmlformats.org/drawingml/2006/main">
              <a:ext uri="{FF2B5EF4-FFF2-40B4-BE49-F238E27FC236}">
                <a16:creationId xmlns:a16="http://schemas.microsoft.com/office/drawing/2014/main" id="{37BFF80F-F976-46E5-A9CE-9FF78B3F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猫 / 狗分数</a:t>
            </a:r>
          </a:p>
        </p:txBody>
      </p:sp>
      <p:sp>
        <p:nvSpPr>
          <p:cNvPr id="7" name="预测类别">
            <a:extLst xmlns:a="http://schemas.openxmlformats.org/drawingml/2006/main">
              <a:ext uri="{FF2B5EF4-FFF2-40B4-BE49-F238E27FC236}">
                <a16:creationId xmlns:a16="http://schemas.microsoft.com/office/drawing/2014/main" id="{23487856-E422-4760-ADCD-D262254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预测类别</a:t>
            </a:r>
          </a:p>
        </p:txBody>
      </p: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43125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24375" y="2581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10375" y="2581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96375" y="2581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009D0-0449-4D67-9ADE-4C5D4B63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8B65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8B653C"/>
                </a:solidFill>
                <a:latin typeface="Microsoft YaHei"/>
                <a:ea typeface="Microsoft YaHei"/>
                <a:cs typeface="Microsoft YaHei"/>
              </a:rPr>
              <a:t>仅训练时使用</a:t>
            </a:r>
          </a:p>
        </p:txBody>
      </p:sp>
      <p:sp>
        <p:nvSpPr>
          <p:cNvPr id="13" name="更新参数">
            <a:extLst xmlns:a="http://schemas.openxmlformats.org/drawingml/2006/main">
              <a:ext uri="{FF2B5EF4-FFF2-40B4-BE49-F238E27FC236}">
                <a16:creationId xmlns:a16="http://schemas.microsoft.com/office/drawing/2014/main" id="{13421D57-3806-42BB-827B-656D0428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更新参数</a:t>
            </a:r>
          </a:p>
        </p:txBody>
      </p:sp>
      <p:sp>
        <p:nvSpPr>
          <p:cNvPr id="14" name="交叉熵损失">
            <a:extLst xmlns:a="http://schemas.openxmlformats.org/drawingml/2006/main">
              <a:ext uri="{FF2B5EF4-FFF2-40B4-BE49-F238E27FC236}">
                <a16:creationId xmlns:a16="http://schemas.microsoft.com/office/drawing/2014/main" id="{F9272268-B84D-41F4-99AD-7CA61294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交叉熵损失</a:t>
            </a:r>
          </a:p>
        </p:txBody>
      </p:sp>
      <p:sp>
        <p:nvSpPr>
          <p:cNvPr id="15" name="真实类别标签">
            <a:extLst xmlns:a="http://schemas.openxmlformats.org/drawingml/2006/main">
              <a:ext uri="{FF2B5EF4-FFF2-40B4-BE49-F238E27FC236}">
                <a16:creationId xmlns:a16="http://schemas.microsoft.com/office/drawing/2014/main" id="{D08CEF39-2414-4C14-AAEA-FBA7D40E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真实类别标签</a:t>
            </a:r>
          </a:p>
        </p:txBody>
      </p: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215313" y="3019425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9096375" y="4610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6810375" y="4610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3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929313" y="3019425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74B96-3E4E-44EA-A138-93F7818F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预测新照片时，图像经过网络得到类别；标签参与训练中的损失计算。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7919F-6E48-4BE4-9432-7150E972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rPr>
              <a:t>结构示意。图中模块对应可编辑形状，箭头使用附着在形状上的连接符。</a:t>
            </a:r>
          </a:p>
        </p:txBody>
      </p:sp>
    </p:spTree>
    <p:extLst>
      <p:ext uri="{BB962C8B-B14F-4D97-AF65-F5344CB8AC3E}">
        <p14:creationId xmlns:p14="http://schemas.microsoft.com/office/powerpoint/2010/main" val="484224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FF763-17F1-4B57-967A-5D247F7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rPr>
              <a:t>教学预测记录的分类结果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88CF5-7B70-4820-B1C4-1A75E0C4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12 条示例记录中，10 条分类正确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b829918564b4a"/>
          <a:stretch xmlns:a="http://schemas.openxmlformats.org/drawingml/2006/main"/>
        </p:blipFill>
        <p:spPr>
          <a:xfrm xmlns:a="http://schemas.openxmlformats.org/drawingml/2006/main">
            <a:off x="583406" y="2028825"/>
            <a:ext cx="4929188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A8CC3-8019-4210-9BB3-CF6501FB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Oxford-IIIT Pet 猫图像样例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1A410-EB16-4FE1-82DF-487D11F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6173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17369"/>
                </a:solidFill>
                <a:latin typeface="Microsoft YaHei"/>
                <a:ea typeface="Microsoft YaHei"/>
                <a:cs typeface="Microsoft YaHei"/>
              </a:rPr>
              <a:t>照片用于展示数据对象，与右侧示例记录不绑定。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ABCC4-3721-4823-B4C5-65CF5B12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预测猫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FCA61-9A68-4EAD-9EDE-90E84CA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预测狗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8BF0E-2B88-4A61-9FE9-87A76910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真实猫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A476E-0F71-4D35-B78D-5080A3C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真实狗</a:t>
            </a:r>
          </a:p>
        </p:txBody>
      </p:sp>
      <p:sp>
        <p:nvSpPr>
          <p:cNvPr id="10" name="5">
            <a:extLst xmlns:a="http://schemas.openxmlformats.org/drawingml/2006/main">
              <a:ext uri="{FF2B5EF4-FFF2-40B4-BE49-F238E27FC236}">
                <a16:creationId xmlns:a16="http://schemas.microsoft.com/office/drawing/2014/main" id="{67140A75-4D36-44E4-9269-029672B1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EBD9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35E43EDE-5E84-4B67-B506-8BEE598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717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CE0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E3D33E13-96CC-4514-AD31-8CD5C53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CE0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5">
            <a:extLst xmlns:a="http://schemas.openxmlformats.org/drawingml/2006/main">
              <a:ext uri="{FF2B5EF4-FFF2-40B4-BE49-F238E27FC236}">
                <a16:creationId xmlns:a16="http://schemas.microsoft.com/office/drawing/2014/main" id="{4FBD10B7-10D2-47AC-B9FD-D03216F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6385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EBD9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16389-2C80-41C8-B721-762C2BD2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准确率  10 / 12 = 83.3%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2AD73-4D16-44C9-8326-B46F7EF7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530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猫、狗各 6 条记录，各有 1 条被误判。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541C6-3C26-449B-9808-D2B46163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rPr>
              <a:t>数字为给定教学示例，未训练模型。图片来源：Oxford-IIIT Pet。</a:t>
            </a:r>
          </a:p>
        </p:txBody>
      </p:sp>
    </p:spTree>
    <p:extLst>
      <p:ext uri="{BB962C8B-B14F-4D97-AF65-F5344CB8AC3E}">
        <p14:creationId xmlns:p14="http://schemas.microsoft.com/office/powerpoint/2010/main" val="415833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2026-10-01T10:57:59.1590000Z</dcterms:created>
  <dcterms:modified xsi:type="dcterms:W3CDTF">2026-10-01T10:57:59.1590000Z</dcterms:modified>
</coreProperties>
</file>